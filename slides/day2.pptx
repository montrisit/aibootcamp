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เฉลย: ① Role/Context/Task/Format ② AI แต่งข้อมูลที่ดูจริงแต่ผิด — แก้โดยแนบข้อมูลจริงให้ ③ ข้อมูลส่วนบุคคล/ความลับองค์กร ④ outline ก่อน ⑤ เริ่ม prompt ใหม่พร้อมบริบทดีกว่าเดิม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 pattern 'เสนอแผนก่อน ค่อยลงมือ' — เป็นนิสัยความปลอดภัยหลักของการใช้ 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เตรียมโฟลเดอร์เดโมไว้ล่วงหน้า ให้เหมือนชุดที่ผู้เรียนจะใช้ใน workshop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checkpoint: ทุกคนต้องผ่านข้อ ① ให้ได้ ข้อ ②③ คือส่วนต่อยอด — ทีมซัพพอร์ตโฟกัสช่วยคนที่ติดตั้ง/สิทธิ์โฟลเดอร์มีปัญหา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เดโม dashboard ให้ดูถ้าเวลาพอ — เป็น use case ที่ ว้าว ที่สุดสำหรับคนไม่เขียนโค้ด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ให้แต่ละคนเลือกโจทย์ใกล้งานจริงตัวเองที่สุด คนที่ทำเสร็จไวให้ช่วยคนข้าง ๆ หรือไปโจทย์ท้าทาย — ผลงาน workshop นี้มักกลายเป็นจุดเริ่ม project ช่วงบ่าย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เก็บ commitment ไว้จริง ๆ และเอามาเปิดใน follow-up session — สิ่งนี้ทำให้ bootcamp เปลี่ยนเป็นพฤติกรรมถาวร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Leelawadee UI"/>
              </a:rPr>
              <a:t>AI Bootcamp สำหรับองค์กร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7A1E"/>
                </a:solidFill>
                <a:latin typeface="Leelawadee UI"/>
              </a:rPr>
              <a:t>Day 2 — Claude Cowork, Claude Code และ Project แข่งขัน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4E5"/>
                </a:solidFill>
                <a:latin typeface="Leelawadee UI"/>
              </a:rPr>
              <a:t>จาก "AI ที่ตอบ" สู่ "AI ที่ลงมือทำงานให้"</a:t>
            </a:r>
          </a:p>
          <a:p>
            <a:pPr algn="l"/>
            <a:r>
              <a:rPr sz="1700" b="0">
                <a:solidFill>
                  <a:srgbClr val="C9D4E5"/>
                </a:solidFill>
                <a:latin typeface="Leelawadee UI"/>
              </a:rPr>
              <a:t>Claude Cowork: จัดการไฟล์และ automate งานบนเครื่องคุณ</a:t>
            </a:r>
          </a:p>
          <a:p>
            <a:pPr algn="l"/>
            <a:r>
              <a:rPr sz="1700" b="0">
                <a:solidFill>
                  <a:srgbClr val="C9D4E5"/>
                </a:solidFill>
                <a:latin typeface="Leelawadee UI"/>
              </a:rPr>
              <a:t>Claude Code: สร้าง automation และเครื่องมือโดยไม่ต้องเขียนโค้ดเป็น</a:t>
            </a:r>
          </a:p>
          <a:p>
            <a:pPr algn="l"/>
            <a:r>
              <a:rPr sz="1700" b="0">
                <a:solidFill>
                  <a:srgbClr val="C9D4E5"/>
                </a:solidFill>
                <a:latin typeface="Leelawadee UI"/>
              </a:rPr>
              <a:t>🏆 ปิดท้ายด้วย Team Project แข่งขัน + นำเสนอ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ตารางเวลา Day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09:00–09:15   Quiz ทบทวน Day 1 (สะสมคะแนนทีม)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09:15–09:45   Session 5: Claude Cowork — AI ที่ทำงานบนเครื่องคุณ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09:45–10:30   🛠 Workshop 4: Cowork ช่วยเคลียร์งาน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10:45–11:15   Session 6: Claude Code — Automation สำหรับทุกคน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11:15–12:00   🛠 Workshop 5: Automation แรกของฉัน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12:00–13:00   พักเที่ยง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13:00–13:30   Project Briefing + เลือกโจทย์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13:30–16:00   🏆 Team Project (2.5 ชั่วโมง)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16:00–16:45   นำเสนอ + ตัดสิน + มอบรางวัล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16:45–17:00   ปิดงาน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Quiz ทบทวน Day 1 ⚡ (คะแนนทีม)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กติกา: ตอบเป็นทีม 5 ข้อ ข้อละ 2 คะแนน — เขียนคำตอบลงกระดาษ/ฟอร์ม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① โครงสร้าง prompt 4 ส่วน (RCTF) มีอะไรบ้าง?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② Hallucination คืออะไร และวิธีลดที่ได้ผลที่สุดคือ?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③ ก่อนอัปโหลดข้อมูลให้ AI วิเคราะห์ ต้องระวังข้อมูลประเภทไหน?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④ ลำดับการสร้างสไลด์ที่สอนเมื่อวาน เริ่มจากอะไรก่อน?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⑤ ถ้าปรับ prompt 3 รอบแล้วยังไม่ได้ผลดี ควรทำอะไร?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7C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FE8E7"/>
                </a:solidFill>
                <a:latin typeface="Leelawadee UI"/>
              </a:rPr>
              <a:t>SESSION 5  |  09:15–10:30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Leelawadee UI"/>
              </a:rPr>
              <a:t>Claude Cowork — AI ที่ทำงานบนเครื่องคุณ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FE8E7"/>
                </a:solidFill>
                <a:latin typeface="Leelawadee UI"/>
              </a:rPr>
              <a:t>บรรยาย+เดโม 30 นาที / Workshop 45 นาที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Leelawadee UI"/>
              </a:rPr>
              <a:t>•  จาก chat สู่ agent: AI ที่ลงมือทำ ไม่ใช่แค่ตอบ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Leelawadee UI"/>
              </a:rPr>
              <a:t>•  Use case: จัดการไฟล์ สรุปเอกสารหลายไฟล์ งานซ้ำ ๆ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Leelawadee UI"/>
              </a:rPr>
              <a:t>•  การสั่งงานและควบคุม agent อย่างปลอดภัย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Leelawadee UI"/>
              </a:rPr>
              <a:t>•  🛠 Workshop 4: Cowork ช่วยเคลียร์งาน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จาก Chat สู่ Agent: ต่างกันอย่างไร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C7B"/>
                </a:solidFill>
                <a:latin typeface="Leelawadee UI"/>
              </a:rPr>
              <a:t>Claude Cowork = Claude ที่มีสิทธิ์ทำงานกับไฟล์บนเครื่องเรา (ภายใต้การควบคุมของเรา)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28800"/>
            <a:ext cx="10972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Chat (เมื่อวาน): เราถาม → AI ตอบ → เรา copy ไปทำต่อเอง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AI เป็น "ที่ปรึกษา" — มือยังเป็นของเรา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Agent (วันนี้): เราสั่งเป้าหมาย → AI วางแผน ลงมือทำหลายขั้นตอน รายงานผล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AI มี "มือ": เปิดไฟล์ อ่านโฟลเดอร์ สร้าง/ย้าย/แก้ไฟล์ ทำซ้ำจนเสร็จ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ตัวอย่างให้เห็นภาพ: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Chat: "ควรตั้งชื่อไฟล์พวกนี้ยังไงดี" → ได้คำแนะนำ แล้วเรานั่งเปลี่ยนเอง 200 ไฟล์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Cowork: "เปลี่ยนชื่อไฟล์ทั้งโฟลเดอร์เป็นรูปแบบ วันที่_ลูกค้า_เรื่อง" → มันทำให้จนครบ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Claude Cowork ทำอะไรได้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เข้าถึงโฟลเดอร์ที่เราอนุญาต — อ่าน สร้าง แก้ไข ย้าย จัดระเบียบไฟล์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ทำงานหลายขั้นตอนต่อเนื่องจากคำสั่งเดียว — วางแผนเอง ทำเอง แจ้งผลเมื่อเสร็จ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ทำงานกับไฟล์หลายประเภท: เอกสาร สเปรดชีต PDF รูปภาพ สไลด์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ถามเรากลับเมื่อเจอทางเลือกหรือไม่แน่ใจ — ไม่เดาสุ่มในเรื่องสำคัญ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ตัวอย่างคำสั่งจริง: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"อ่านใบเสนอราคา PDF ทั้ง 30 ไฟล์ในโฟลเดอร์นี้ ดึงชื่อลูกค้า ยอด วันที่ ลงตาราง Excel"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"รวมรายงานรายสัปดาห์ทั้ง 4 ไฟล์เป็นรายงานประจำเดือนตามเทมเพลตนี้"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Use Case 1: จัดระเบียบไฟล์และโฟลเดอร์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ปัญหาที่ทุกคนมี: โฟลเดอร์ Downloads/Desktop ที่ไฟล์ทับถมเป็นร้อย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สั่ง Cowork: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"ดูไฟล์ทั้งหมดในโฟลเดอร์นี้ เสนอโครงสร้างโฟลเดอร์ที่เหมาะสมให้ดูก่อน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เมื่อฉันโอเค ค่อยจัดไฟล์เข้าโฟลเดอร์ พร้อมเปลี่ยนชื่อเป็นรูปแบบ ปี-เดือน_เรื่อง_เวอร์ชัน"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งานที่เกี่ยวข้อง: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รวม PDF หลายไฟล์เป็นเล่มเดียว / แยกหน้า PDF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หาไฟล์ซ้ำ เสนอรายการให้เราเลือกลบ (ให้มันเสนอก่อน อย่าให้ลบเอง)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สร้างหน้าสารบัญ: ไฟล์อะไรอยู่ไหน อัปเดตเมื่อไหร่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Use Case 2: ย่อยเอกสารกองโต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โจทย์คลาสสิก: เอกสาร 10–50 ไฟล์ ต้องอ่านทั้งหมดแล้วสรุป — งานครึ่งวันของคน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สั่ง Cowork: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"อ่านรายงานทุกไฟล์ในโฟลเดอร์นี้ แล้วสร้างเอกสารสรุปฉบับเดียว: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ประเด็นหลักของแต่ละไฟล์ / สิ่งที่ขัดแย้งกันระหว่างไฟล์ / ข้อมูลที่ขาด /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ตารางเปรียบเทียบประเด็นสำคัญ — อ้างอิงชื่อไฟล์ทุกครั้งที่ยกข้อมูลมา"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ตัวอย่างงานจริง: สรุปใบเสนอราคาจาก vendor 8 เจ้า, รวมความเห็นจากแบบสอบถาม,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อ่านสัญญาหลายฉบับเทียบเงื่อนไข, สรุป feedback ลูกค้าจากหลายช่องทาง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Use Case 3: งานซ้ำ ๆ ที่ทำทุกสัปดาห์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หลักคิด: งานไหนที่ "ขั้นตอนเหมือนเดิมทุกครั้ง แค่ข้อมูลเปลี่ยน" → ยกให้ Cowork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ตัวอย่าง: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ทุกจันทร์: รวมไฟล์ยอดขายจาก 5 สาขา → ตรวจความครบ → สร้างรายงาน + กราฟ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ทุกสิ้นเดือน: เก็บใบแจ้งหนี้จากโฟลเดอร์ → ดึงข้อมูลลงทะเบียน → แจ้งรายการตกหล่น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ก่อนประชุมทีม: รวบรวม update จากไฟล์ของแต่ละคน → ทำวาระประชุม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เคล็ดลับ: เขียนขั้นตอนเป็นไฟล์ "คู่มือ" ไว้ → ครั้งต่อไปสั่งแค่ "ทำตามคู่มือ weekly-report.md"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คู่มือนี้แชร์ให้เพื่อนร่วมทีมใช้กับ Cowork ของเขาได้ด้วย!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เดโมสด: Cowork เคลียร์โฟลเดอร์จริง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โจทย์เดโม: โฟลเดอร์ที่มีไฟล์ปนกัน 30 ไฟล์ (PDF ใบเสนอราคา, Excel, รูป, Word)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คำสั่งที่จะใช้: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"สำรวจโฟลเดอร์นี้แล้วบอกว่ามีไฟล์อะไรบ้าง จัดกลุ่มให้ดู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→ จัดเข้าโฟลเดอร์ตามประเภทงาน เปลี่ยนชื่อให้สื่อความหมาย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→ สร้างไฟล์ summary.md สรุปว่าอะไรอยู่ไหน"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จุดที่ให้สังเกตระหว่างเดโม: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Cowork "เล่าแผน" ก่อนทำ — เราอนุมัติหรือสั่งแก้แผนได้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ทำงานทีละขั้น รายงานความคืบหน้า — โปร่งใส ตรวจสอบได้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ใช้ Agent อย่างปลอดภัย: กฎ 4 ข้อ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① ให้สิทธิ์เฉพาะโฟลเดอร์งาน — อย่าเปิดทั้งเครื่อง สร้างโฟลเดอร์ workspace แยกไว้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② งานลบ/เขียนทับ ให้เสนอแผนก่อนเสมอ — "แสดงรายการที่จะลบให้ดูก่อน ห้ามลบจนกว่าจะยืนยัน"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③ มี backup ก่อนงานใหญ่ — สั่งให้ copy ต้นฉบับไปโฟลเดอร์ backup ก่อนเริ่ม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④ ตรวจผลก่อนใช้ต่อ — โดยเฉพาะข้อมูลที่ดึงจากเอกสาร (สุ่มเช็คกับต้นฉบับ)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ความผิดพลาดที่พบบ่อย: สั่งคลุมเครือ ("จัดการหน่อย") แล้วได้โครงสร้างที่ไม่ตรงใจ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ป้องกันด้วยการให้เสนอแผนก่อนลงมือ — แก้แผนถูกกว่าแก้ผลลัพธ์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🛠 Workshop 4: Cowork ช่วยเคลียร์งาน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เวลา 45 นาที | ทำเดี่ยว | ดาวน์โหลดชุดไฟล์ workshop (โฟลเดอร์ messy-office, 25 ไฟล์ปนกัน)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โจทย์หลัก: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① ให้ Cowork สำรวจและเสนอแผนจัดระเบียบ → คุณปรับแผน → ให้ลงมือ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② ให้อ่านเอกสารทั้งหมดแล้วสร้างรายงานสรุป 1 ไฟล์ (มีอ้างอิงชื่อไฟล์)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③ ดึงข้อมูลจากใบเสนอราคา PDF ทุกใบลงตาราง Excel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โจทย์ท้าทาย: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เขียน "คู่มือ" งานประจำสัปดาห์ของตัวเอง 1 งาน เป็นไฟล์ขั้นตอน แล้วทดลองให้ Cowork ทำตาม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7C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FE8E7"/>
                </a:solidFill>
                <a:latin typeface="Leelawadee UI"/>
              </a:rPr>
              <a:t>SESSION 6  |  10:45–12:00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Leelawadee UI"/>
              </a:rPr>
              <a:t>Claude Code — Automation สำหรับทุกคน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FE8E7"/>
                </a:solidFill>
                <a:latin typeface="Leelawadee UI"/>
              </a:rPr>
              <a:t>บรรยาย+เดโม 30 นาที / Workshop 45 นาที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Leelawadee UI"/>
              </a:rPr>
              <a:t>•  สั่งเป็นภาษาคน ให้ AI เขียนและรันโค้ดให้ — ไม่ต้องเขียนโค้ดเป็น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Leelawadee UI"/>
              </a:rPr>
              <a:t>•  Use case: รวมไฟล์อัตโนมัติ รายงานประจำ เว็บฟอร์ม dashboard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Leelawadee UI"/>
              </a:rPr>
              <a:t>•  สำหรับสาย advanced: Git, CLAUDE.md, MCP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Leelawadee UI"/>
              </a:rPr>
              <a:t>•  🛠 Workshop 5: Automation แรกของฉัน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Claude Code คืออะไร — และทำไมคนไม่เขียนโค้ดก็ใช้ได้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C7B"/>
                </a:solidFill>
                <a:latin typeface="Leelawadee UI"/>
              </a:rPr>
              <a:t>ถ้างานต้องทำซ้ำทุกสัปดาห์ → คุ้มที่จะให้ Claude Code สร้างเครื่องมือถาวร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28800"/>
            <a:ext cx="10972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Claude Code = ผู้ช่วยที่ "เขียนโค้ด + รันโค้ด + แก้จนกว่าจะเวิร์ก" จากคำสั่งภาษาคน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ความเข้าใจผิด: "ต้องเป็นโปรแกรมเมอร์ถึงใช้ได้"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ความจริง: คุณแค่ต้องอธิบาย "อยากได้อะไร" ชัด ๆ — เหมือนทุก session ที่ผ่านมา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โค้ดคือสิ่งที่มันสร้างให้เบื้องหลัง เราดูแค่ผลลัพธ์ว่าใช่ไหม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ต่างจาก Cowork อย่างไร: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Cowork: ทำงาน "ครั้งนี้" ให้เสร็จ (จัดไฟล์ สรุปเอกสาร)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Claude Code: สร้าง "เครื่องมือถาวร" ไว้ใช้ซ้ำ (สคริปต์ ระบบ dashboard) + งานที่ต้องการ logic ซับซ้อน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เริ่มต้นใช้งาน Claude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เปิดใช้ผ่าน: แอป Claude Code บนเครื่อง (desktop/CLI) หรือผ่านเว็บ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ชี้ไปที่โฟลเดอร์งาน → พิมพ์สั่งเป็นภาษาไทย/อังกฤษได้เลย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คำสั่งแรกที่ดี (ลองตามได้):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"ในโฟลเดอร์นี้มีไฟล์ Excel ยอดขาย 3 ไฟล์ เขียนสคริปต์รวมเป็นไฟล์เดียว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เพิ่มคอลัมน์ระบุที่มา แล้วรันให้ดูผลเลย"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สิ่งที่จะเกิดขึ้น: มันเขียนโค้ด → รัน → ถ้า error ก็แก้เอง → ส่งไฟล์ผลลัพธ์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เราตรวจผลลัพธ์ → สั่งปรับ → ได้เครื่องมือที่รันซ้ำได้ทุกเดือน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Use Case: งานข้อมูลและรายงานอัตโนมัติ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รวมไฟล์ Excel หลายไฟล์/หลาย sheet เป็นรายงานเดียว — งานที่เคยใช้เวลาครึ่งวัน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ทำความสะอาดข้อมูล: ลบแถวซ้ำ แก้รูปแบบวันที่ เติมค่าที่หาย ตรวจค่าผิดปกติ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สร้างรายงานประจำอัตโนมัติ: อ่านข้อมูลใหม่ → คำนวณ → สร้าง Excel/PDF พร้อมกราฟ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ดึงข้อมูลจากไฟล์จำนวนมาก: PDF 100 ไฟล์ → ตารางสรุป 1 ไฟล์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ตัวอย่างคำสั่ง: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"สร้างสคริปต์ที่อ่านไฟล์ CSV ทุกไฟล์ในโฟลเดอร์ input รวมและทำความสะอาด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แล้วสร้างรายงาน Excel ที่มี sheet สรุปรายเดือน + กราฟแนวโน้ม — ให้รันได้ทุกเดือนด้วยคลิกเดียว"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Use Case: สร้างเครื่องมือใช้ในทีม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เว็บฟอร์มเก็บข้อมูล: ฟอร์มแจ้งซ่อม ฟอร์มขอเบิก ฟอร์มลงทะเบียน — เก็บลงไฟล์/ฐานข้อมูล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Dashboard ดูสถานะ: อ่านข้อมูลจาก Excel → หน้าเว็บกราฟสวย ๆ เปิดดูได้ทั้งทีม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เครื่องคิดเลขเฉพาะทาง: คำนวณราคา ใบเสนอราคา ค่า commission ตามสูตรองค์กร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ตัวแปลงไฟล์: แปลงรูปแบบเอกสารที่ต้องทำบ่อย ๆ ในทีม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ตัวอย่างคำสั่ง: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"สร้างหน้าเว็บ dashboard อ่านข้อมูลจาก sales.xlsx แสดงยอดรวม กราฟรายเดือน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ตาราง 10 อันดับลูกค้า — ให้เปิดดูในเครื่องได้เลย และมีปุ่ม refresh ข้อมูล"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เดโมสด: สร้าง Automation ใน 10 นาที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โจทย์เดโม: รวมไฟล์ Excel ยอดขาย 3 สาขา → รายงานสรุป + กราฟ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ลำดับที่จะเห็น: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① สั่งด้วยภาษาไทยธรรมดา อธิบายไฟล์และผลลัพธ์ที่อยากได้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② Claude Code สำรวจไฟล์ → เขียนสคริปต์ → รัน → เจอปัญหา (คอลัมน์ชื่อไม่ตรงกัน)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③ มันแก้เองหรือถามเรา → ได้ไฟล์รายงานออกมา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④ สั่งปรับ: "เพิ่มกราฟเปรียบเทียบสาขา และ sheet แยกรายเดือน"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⑤ ได้สคริปต์เก็บไว้ — เดือนหน้าวางไฟล์ใหม่แล้วรันซ้ำได้เลย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ประเด็นสำคัญ: เราไม่ได้อ่านโค้ดเลย — เราตรวจ "ผลลัพธ์" และสั่ง "ปรับ" เท่านั้น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สำหรับสาย Advanced: ไปต่อได้อีกไกล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Git: ให้ Claude Code จัดการเวอร์ชันโค้ด/เอกสาร — ย้อนกลับได้ ทำงานเป็นทีมได้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CLAUDE.md: ไฟล์ "คู่มือประจำโปรเจกต์" — บริบทที่อยากให้มันรู้ทุกครั้ง (โครงสร้างข้อมูล, กติกาทีม)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MCP (Model Context Protocol): ต่อ Claude เข้ากับระบบอื่น — ฐานข้อมูล, Google Drive, Slack, ระบบภายใน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Subagents / สั่งงานคู่ขนาน: แตกงานใหญ่ให้หลาย agent ช่วยกันทำ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ตั้งเวลารันอัตโนมัติ: สคริปต์ที่สร้างไว้ + task scheduler = รายงานส่งตัวเองทุกเช้าวันจันทร์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ระหว่าง workshop ถัดไป สาย advanced ลองโจทย์ท้าทาย หรือปรึกษาวิทยากรเรื่องต่อระบบจริงได้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เคล็ดลับสั่งงาน Claude Code ให้ได้ผล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C7B"/>
                </a:solidFill>
                <a:latin typeface="Leelawadee UI"/>
              </a:rPr>
              <a:t>หลักเดียวกับ RCTF เมื่อวาน — แค่เปลี่ยนผลลัพธ์จาก "ข้อความ" เป็น "เครื่องมือที่ทำงานได้"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28800"/>
            <a:ext cx="10972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อธิบาย "ผลลัพธ์สุดท้าย" ให้ชัด — ไฟล์อะไร หน้าตาแบบไหน ใครเอาไปใช้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บอกตัวอย่างข้อมูล — "ไฟล์มีคอลัมน์ วันที่/สาขา/สินค้า/ยอด ประมาณ 5,000 แถว"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เริ่มเล็กแล้วต่อยอด — เวอร์ชันแรกเอาแค่รวมไฟล์ได้ แล้วค่อยเพิ่มกราฟ เพิ่มฟีเจอร์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ให้มันทดสอบให้ดู — "รันกับไฟล์ตัวอย่างแล้วแสดงผลให้ดูก่อน"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ขอ "วิธีใช้" ปิดท้าย — "เขียน README สั้น ๆ ว่ารันยังไง ไว้ให้เพื่อนร่วมทีมใช้"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🛠 Workshop 5: Automation แรกของฉัน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เวลา 45 นาที | ทำเดี่ยวหรือคู่ | ไฟล์ตัวอย่างใน shared folder (หรือใช้ไฟล์งานจริงที่ไม่ sensitive)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โจทย์หลัก — เลือก 1 อย่าง: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A: สคริปต์รวมไฟล์ Excel หลายไฟล์ + สรุปยอด + กราฟ (ใช้ชุดไฟล์ sales-branches)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B: เครื่องมือทำความสะอาดข้อมูล: ลบซ้ำ แก้วันที่ ตรวจค่าผิดปกติ + รายงานสิ่งที่แก้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C: ตัวดึงข้อมูลจาก PDF หลายไฟล์ลงตาราง (ใช้ชุด invoice-pdfs)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โจทย์ท้าทาย: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สร้าง dashboard หน้าเว็บจากข้อมูล Workshop 2 เมื่อวาน หรือ mini web app ฟอร์มเก็บข้อมูลทีม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เกณฑ์ผ่าน: รันได้จริง + มี README วิธีใช้ + เดือนหน้าใช้ซ้ำได้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7C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FE8E7"/>
                </a:solidFill>
                <a:latin typeface="Leelawadee UI"/>
              </a:rPr>
              <a:t>ช่วงบ่าย  |  13:00–16:45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Leelawadee UI"/>
              </a:rPr>
              <a:t>🏆 Team Project: สร้าง AI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FE8E7"/>
                </a:solidFill>
                <a:latin typeface="Leelawadee UI"/>
              </a:rPr>
              <a:t>Briefing 30 นาที / ลงมือทำ 150 นาที / นำเสนอ 45 นาที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Leelawadee UI"/>
              </a:rPr>
              <a:t>•  โจทย์: แก้ pain point จริงในงานของทีมคุณ ด้วยเครื่องมือที่เรียนมา 2 วัน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Leelawadee UI"/>
              </a:rPr>
              <a:t>•  ทำเป็นทีม มี checkpoint ระหว่างทาง วิทยากรช่วยทุกทีม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Leelawadee UI"/>
              </a:rPr>
              <a:t>•  นำเสนอทีมละ 5 นาที พร้อม demo จริง — ชิงรางวัล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โจทย์ Project และกติกา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โจทย์: "สร้าง AI solution ที่แก้ปัญหาจริงในงานของทีมคุณ" — จาก pain point การบ้านเมื่อคืน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กติกา: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ใช้เครื่องมืออะไรก็ได้ที่เรียนมา: Claude, Cowork, Claude Code หรือผสมกัน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ต้อง demo ได้จริงตอนนำเสนอ — ไม่ใช่แค่สไลด์ไอเดีย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ใช้ข้อมูลจำลอง/ข้อมูลที่ปกปิดแล้ว — ห้ามใช้ข้อมูลลับจริงในการแข่ง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ทุกคนในทีมต้องมีส่วนร่วม และตอบคำถามแทนกันได้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เวลา: เลือกโจทย์+pitch 30 นาที → ลงมือทำ 2.5 ชม. → นำเสนอทีมละ 5 นาที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เกณฑ์การให้คะแนน (100 คะแนน)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แก้ปัญหาจริงได้ (Impact) — 30 คะแนน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ปัญหาเกิดจริง บ่อยแค่ไหน ประหยัดเวลา/ลดข้อผิดพลาดได้เท่าไหร่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ใช้งานได้จริง / Demo ได้ — 30 คะแนน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ทำงานได้จริงต่อหน้ากรรมการ พรุ่งนี้เอาไปใช้ต่อได้เลยแค่ไหน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ความคิดสร้างสรรค์ในการใช้ AI — 20 คะแนน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ผสมเครื่องมือได้ฉลาด ใช้เทคนิคที่เรียนมาได้ลึก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การนำเสนอ — 20 คะแนน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เล่าปัญหา-ทางแก้ชัดเจนใน 5 นาที demo ลื่นไหล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+ รางวัล Popular Vote จากเพื่อนร่วมห้อง (แยกต่างหาก)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ตัวอย่างแนวโจทย์ (เลือกจากงานจริงของทีม)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ระบบสรุป + ร่างตอบอีเมล/ticket ลูกค้า — จัดหมวด เร่งด่วน พร้อมร่างคำตอบ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Dashboard ของฝ่ายตัวเอง — อัปเดตข้อมูลใหม่แล้วกราฟ/สรุปมาเอง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Workflow จัดการเอกสารด้วย Cowork — รับไฟล์เข้า จัดเก็บ ดึงข้อมูล ลงทะเบียน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เครื่องสร้างรายงาน + สไลด์ประจำเดือนอัตโนมัติ — จากข้อมูลดิบถึงสไลด์ใน 1 คำสั่ง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ผู้ช่วยตอบคำถามนโยบาย/คู่มือภายใน — แนบเอกสารองค์กรให้ AI ตอบพร้อมอ้างอิง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เครื่องมือเตรียมประชุม — รวม update จากทีม สร้างวาระ จดมติ แจกงานต่อ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เคล็ดลับเลือกโจทย์: เลือกปัญหาที่ "เล็กแต่เจ็บจริง" — ดีกว่าปัญหาใหญ่ที่ทำไม่ทัน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Timeline ช่วงทำ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C7B"/>
                </a:solidFill>
                <a:latin typeface="Leelawadee UI"/>
              </a:rPr>
              <a:t>กฎเหล็ก: ทำให้ "เวิร์กแบบหยาบ" ก่อน แล้วค่อยทำให้ "สวย" — อย่าสลับลำดับ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28800"/>
            <a:ext cx="10972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13:00–13:30  เลือกโจทย์ + pitch สั้น ๆ ต่อวิทยากร (ทีมละ 1 นาที)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วิทยากรช่วย scope: ตัดให้เล็กพอทำทัน ชี้เครื่องมือที่เหมาะ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13:30–14:30  สร้างเวอร์ชันแรกให้ "ทำงานได้ end-to-end" ก่อน แม้จะหยาบ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14:30  ⏰ CHECKPOINT: ทุกทีมต้องมีของ demo ได้แล้ว 1 อย่าง — วิทยากรเดินตรวจ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14:30–15:30  ต่อยอด: เพิ่มความสามารถ เก็บความเรียบร้อย เตรียมข้อมูล demo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15:30–16:00  ซ้อมนำเสนอ + เตรียมสไลด์สั้น ๆ (ใช้ AI ช่วยทำสิ! เรียนมาแล้วเมื่อวาน)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บทบาทในทีม: คนทำ demo / คนเตรียมเรื่องเล่า / คนทดสอบ / AI Champion ช่วยทุกจุด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รูปแบบการนำเสนอ (ทีมละ 5 นาที)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นาทีที่ 1 — ปัญหา: งานอะไร ใครเจอ เสียเวลา/พลาดบ่อยแค่ไหน (ตัวเลขยิ่งดี)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นาทีที่ 2–4 — Demo สด: ให้เห็นของจริงทำงานจริง (เตรียมข้อมูล demo ไว้ล่วงหน้า)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นาทีที่ 5 — ผลลัพธ์และก้าวต่อไป: ประหยัดอะไรได้ จะใช้จริงต้องทำอะไรเพิ่ม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หลังนำเสนอ: กรรมการถาม 2 นาที — ทุกคนในทีมควรตอบได้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เคล็ดลับ demo ไม่ล่ม: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ซ้อมรันอย่างน้อย 2 รอบ / เตรียมผลลัพธ์สำรอง (screenshot) เผื่อเน็ตล่ม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demo เรื่องเดียวให้ชัด ดีกว่าโชว์ทุกฟีเจอร์แบบรีบ ๆ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ปิดงาน: 2 วันนี้เราเดินทางมาไกลแค่ไหน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Day 1: เข้าใจ AI → สั่งงานเป็น (RCTF) → วิเคราะห์ข้อมูล → สร้างเอกสารและสไลด์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Day 2: ใช้ agent ทำงานจริง (Cowork) → สร้างเครื่องมือถาวร (Claude Code) → ส่งมอบ project จริง 1 ชิ้น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เทียบกับ poll เมื่อเช้าวันแรก: วันนี้ทุกทีมมี solution ที่ demo ได้จริงแล้ว 🎉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สิ่งที่ได้กลับไปทันที: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คลัง prompt ของทีม + ผลงาน workshop ทั้ง 5 + project ของทุกทีม (ใน shared folder)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ทักษะที่ใช้ได้กับงานจริงตั้งแต่พรุ่งนี้เช้า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Commitment: งานแรกของฉันกับ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ก่อนกลับ — ทุกคนเขียน 1 ประโยค (ลงฟอร์ม/กระดาษ):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"ภายในสัปดาห์หน้า ฉันจะใช้ AI ทำ ____________ ในงานของฉัน"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เลือกงานที่: ทำบ่อย + น่าเบื่อ + เริ่มได้คนเดียวไม่ต้องขออนุมัติ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ตัวอย่าง: สรุปอีเมลทุกเช้า / ร่างรายงานประจำสัปดาห์ / จัดโฟลเดอร์โครงการด้วย Cowork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อีก 2 สัปดาห์เจอกันใน follow-up session: มาเล่าว่าได้ผลแค่ไหน ติดอะไร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ไปต่อจากนี้ + ขอบคุณ 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ชุมชน AI Champion ภายในองค์กร: ช่องแชตถาม-ตอบ แชร์ prompt และ use case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Follow-up session (อีก 2–4 สัปดาห์): คลินิกแก้ปัญหาจากการใช้งานจริง 1–2 ชม.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แหล่งเรียนรู้ต่อ: คู่มือใน shared folder / เอกสารทางการของ Claude / ตัวอย่าง project วันนี้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ติดต่อทีมผู้ดูแล: (ใส่ช่องทาง — IT / ทีม AI ภายใน)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ก่อนแยกย้าย: ทำแบบประเมินหลักสูตร (QR บนจอ) + ถ่ายรูปรวม 📸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ขอบคุณที่ตั้งใจตลอด 2 วัน — เครื่องมือเปลี่ยนโลกได้ ก็ต่อเมื่อมีคนหยิบไปใช้จริง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