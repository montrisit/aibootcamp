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แนะนำตัว สร้างบรรยากาศผ่อนคลาย ย้ำว่าหลักสูตรนี้ออกแบบให้คนไม่มีพื้นฐานเรียนได้ และคนเก่งแล้วมีโจทย์ท้าทายแยกให้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จัดทีมให้คละแผนกและคละระดับความเชี่ยวชาญ ถ้าเป็นไปได้ให้สำรวจระดับผู้เรียนล่วงหน้าก่อนวันงาน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เก็บผล poll ไว้เทียบกับตอนจบวันที่ 2 เพื่อแสดงพัฒนาการ คำถามเรื่องงานน่าเบื่อคือการ seed ไอเดีย project ตั้งแต่ชั่วโมงแรก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ใช้ analogy 'ผู้ช่วยฝึกงานที่เก่งแต่ต้องตรวจงาน' ตลอดหลักสูตร — ช่วยให้ผู้เรียนตั้งความคาดหวังถูกต้อง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ไม่ต้องลงลึก neural network ให้เน้น 3 ผลที่ตามมา เพราะเป็นพื้นฐานของทุกเทคนิคที่สอนต่อจากนี้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เดโมสด: ถามข้อมูลเฉพาะองค์กรที่ AI ไม่มีทางรู้ เพื่อให้เห็น hallucination จริง แล้วแสดงวิธีแก้ด้วยการแนบเอกสาร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ปรับสไลด์นี้ตามนโยบายจริงขององค์กรก่อนสอน ถ้าองค์กรมีประกาศนโยบาย AI ให้นำมาแสดงในสไลด์ถัดไป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ย้ำว่าเครื่องมือทั้งสามใช้สมองเดียวกัน (Claude) ต่างกันที่ 'มือ' — chat ตอบอย่างเดียว, Cowork/Code ลงมือทำได้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ช่วงนี้ให้ทุกคน login สำเร็จก่อนเข้า session 2 — ทีมซัพพอร์ตเดินช่วยคนติดปัญหา นี่คือ checkpoint เทคนิคที่สำคัญที่สุดของเช้านี้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เดโมสดทั้งสอง prompt ให้เห็นความต่างของผลลัพธ์จริง ๆ — นี่คือ aha moment แรกของหลักสูตร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ปล่อยทำ 30 นาที โหวตในทีม 5 นาที แชร์หน้าห้องทีมละ 1 prompt 10 นาที — วิทยากร comment สั้น ๆ ว่าแต่ละ prompt ใช้หลัก RCTF ตรงไหน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สอน pattern กว้าง→เจาะ→มุมธุรกิจ นี่คือโครงของ workshop 2 ด้วย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เดโมด้วยไฟล์เดียวกับที่จะใช้ใน workshop เวอร์ชันย่อ เพื่อให้ผู้เรียนเห็นเป้าหมายก่อนลงมือ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แจกโจทย์แล้วให้ทีมแบ่งกันลอง แต่ละคนต้องได้จับข้อมูลเอง ไม่ใช่ดู AI Champion ทำ — ย้ำกติกานี้ตอนปล่อยโจทย์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เดโมสดจากโน้ตจริง ชี้ให้เห็นว่า AI เติมโครงสร้างให้ แต่ไม่เติมข้อเท็จจริงปลอมเพราะเราสั่งกันไว้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บังคับใช้ workflow แบบขั้นตอนเพื่อฝึกนิสัย iterate — เดินดูว่าใครสั่งครั้งเดียวจบแล้วชวนให้ลองปรับ outline ก่อน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Leelawadee UI"/>
              </a:rPr>
              <a:t>AI Bootcamp สำหรับองค์กร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7A1E"/>
                </a:solidFill>
                <a:latin typeface="Leelawadee UI"/>
              </a:rPr>
              <a:t>Day 1 — พื้นฐาน AI และการใช้งานในงานประจำวัน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4E5"/>
                </a:solidFill>
                <a:latin typeface="Leelawadee UI"/>
              </a:rPr>
              <a:t>เรียนรู้ Generative AI ตั้งแต่พื้นฐาน → ใช้งานจริงกับงานของคุณ</a:t>
            </a:r>
          </a:p>
          <a:p>
            <a:pPr algn="l"/>
            <a:r>
              <a:rPr sz="1700" b="0">
                <a:solidFill>
                  <a:srgbClr val="C9D4E5"/>
                </a:solidFill>
                <a:latin typeface="Leelawadee UI"/>
              </a:rPr>
              <a:t>Prompt Engineering • วิเคราะห์ข้อมูล • สร้างเอกสารและสไลด์</a:t>
            </a:r>
          </a:p>
          <a:p>
            <a:pPr algn="l"/>
            <a:r>
              <a:rPr sz="1700" b="0">
                <a:solidFill>
                  <a:srgbClr val="C9D4E5"/>
                </a:solidFill>
                <a:latin typeface="Leelawadee UI"/>
              </a:rPr>
              <a:t>Workshop ลงมือทำจริง 3 รอบ + เตรียมตัวสู่ Project แข่งขันวันที่ 2</a:t>
            </a:r>
          </a:p>
          <a:p>
            <a:pPr algn="l"/>
            <a:r>
              <a:rPr sz="1700" b="0">
                <a:solidFill>
                  <a:srgbClr val="C9D4E5"/>
                </a:solidFill>
                <a:latin typeface="Leelawadee UI"/>
              </a:rPr>
              <a:t>เวลาเรียน 09:00–17:00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ยินดีต้อนรับสู่ AI Bootcamp 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วิทยากร: (ใส่ชื่อ-ประวัติย่อ)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ผู้ช่วยวิทยากร / ทีมซัพพอร์ต: (ใส่ชื่อ)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กติกาห้องเรียน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เปิดโน้ตบุ๊ก ลองทำตามได้ตลอด — ห้องนี้เน้น "ทำจริง" มากกว่า "ฟังอย่างเดียว"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ถามได้ทุกเมื่อ ไม่มีคำถามโง่ — คนอื่นน่าจะสงสัยเหมือนกัน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ติดปัญหาเทคนิค ยกมือเรียกทีมซัพพอร์ตได้เลย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ผลงานทุก workshop เก็บใน shared folder เอากลับไปใช้ต่อได้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เป้าหมายของหลักสูตร 2 วัน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C7B"/>
                </a:solidFill>
                <a:latin typeface="Leelawadee UI"/>
              </a:rPr>
              <a:t>เมื่อจบ 2 วัน คุณจะสามารถ...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เข้าใจหลักการทำงานของ Generative AI และข้อจำกัด (hallucination, ความปลอดภัยข้อมูล)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เขียน prompt ที่ได้ผลลัพธ์ดีกับงานจริงของตัวเอง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ใช้ AI วิเคราะห์ข้อมูล สรุปเอกสาร สร้างสไลด์ และทำงานเอกสารประจำวัน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ใช้ Claude Cowork จัดการไฟล์และ automate งานบนเครื่องตัวเอง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ใช้ Claude Code สร้าง automation / เครื่องมือเล็ก ๆ ได้แม้ไม่ใช่โปรแกรมเมอร์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ระบุ use case ในทีมตัวเอง และสร้างต้นแบบออกมานำเสนอได้จริง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ตารางเวลา 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09:00–09:30   เปิดงาน + แบ่งทีม + Icebreaker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09:30–10:30   Session 1: รู้จัก Generative AI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10:45–12:00   Session 2: Prompt Engineering + 🛠 Workshop 1: Prompt Battle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12:00–13:00   พักเที่ยง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13:00–14:45   Session 3: AI วิเคราะห์ข้อมูล + 🛠 Workshop 2: Data Detective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15:00–16:30   Session 4: AI สร้างเอกสารและสไลด์ + 🛠 Workshop 3: จากโน้ตสู่สไลด์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16:30–17:00   สรุปวัน + ประกาศโจทย์ Project แข่งขัน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ตารางเวลา Day 2 (ภาพรวม)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C7B"/>
                </a:solidFill>
                <a:latin typeface="Leelawadee UI"/>
              </a:rPr>
              <a:t>ไฮไลต์ของวันที่ 2 คือ Project แข่งขัน — เริ่มเก็บไอเดียได้ตั้งแต่วันนี้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09:00–09:15   Quiz ทบทวน (สะสมคะแนนทีม)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09:15–10:30   Session 5: Claude Cowork + 🛠 Workshop 4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10:45–12:00   Session 6: Claude Code + 🛠 Workshop 5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13:00–13:30   Project Briefing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13:30–16:00   🏆 Team Project: สร้าง AI Solution (2.5 ชั่วโมง)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16:00–16:45   นำเสนอ + ตัดสิน + มอบรางวัล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16:45–17:00   ปิดงาน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การแบ่งทีมและกติกา Project แข่งขัน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แบ่งทีมคละระดับ ทีมละ 4–5 คน — แต่ละทีมมี "AI Champion" (คนที่ใช้ AI คล่อง) ช่วยเพื่อน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คะแนนทีมสะสมตลอด 2 วัน: workshop, quiz และ project สุดท้าย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โจทย์ project (ทำวันที่ 2 บ่าย): "สร้าง AI solution แก้ปัญหาจริงในงานของทีมคุณ"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ใช้เครื่องมืออะไรก็ได้ที่เรียนใน 2 วันนี้ — Claude, Cowork, Claude Code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นำเสนอทีมละ 5 นาที พร้อม demo จริง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ตั้งชื่อทีม + เลือก AI Champion ตอนนี้เลย (5 นาที)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Icebreaker: คุณกับ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Poll สั้น ๆ (ยกมือ / สแกน QR ตอบ):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ใครเคยใช้ ChatGPT, Claude หรือ AI อื่น ๆ บ้าง?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ใครใช้ AI ในงานเป็นประจำทุกสัปดาห์?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ใครเคยให้ AI เขียนโค้ดหรือวิเคราะห์ข้อมูล?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แชร์ในทีม (2 นาที): งานที่น่าเบื่อ/กินเวลาที่สุดในแต่ละสัปดาห์ของคุณคืออะไร?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จดไว้ — นี่อาจเป็นโจทย์ project ของทีมคุณ!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7C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FE8E7"/>
                </a:solidFill>
                <a:latin typeface="Leelawadee UI"/>
              </a:rPr>
              <a:t>SESSION 1  |  09:30–10:30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Leelawadee UI"/>
              </a:rPr>
              <a:t>รู้จัก Generative AI แบบเข้าใจง่าย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FE8E7"/>
                </a:solidFill>
                <a:latin typeface="Leelawadee UI"/>
              </a:rPr>
              <a:t>บรรยาย 60 นาที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Leelawadee UI"/>
              </a:rPr>
              <a:t>•  AI / LLM ทำงานอย่างไร (ฉบับไม่ต้องมีพื้นฐานเทคนิค)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Leelawadee UI"/>
              </a:rPr>
              <a:t>•  ทำอะไรได้ดี vs ทำอะไรไม่ได้ — รู้จัก hallucination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Leelawadee UI"/>
              </a:rPr>
              <a:t>•  ความปลอดภัยข้อมูลองค์กร: อะไรใส่ได้ อะไรห้ามใส่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Leelawadee UI"/>
              </a:rPr>
              <a:t>•  ภาพรวมเครื่องมือ Claude: Chat → Cowork → 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AI ที่เราพูดถึงวันนี้คืออะไร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AI (ปัญญาประดิษฐ์) = โปรแกรมที่ทำงานซึ่งปกติต้องใช้ "ความฉลาดของมนุษย์"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Generative AI = AI ที่ "สร้าง" สิ่งใหม่ได้ — ข้อความ รูปภาพ โค้ด ตาราง สไลด์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LLM (Large Language Model) = สมองของ Generative AI ด้านภาษา เช่น Claude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เปรียบเทียบง่าย ๆ: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AI ยุคก่อน = เครื่องคิดเลข (ตอบตามสูตรที่ตั้งไว้)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Generative AI = ผู้ช่วยฝึกงานที่อ่านหนังสือมาทั้งห้องสมุด — เก่งมาก แต่ต้องสั่งงานเป็นและตรวจงานเสมอ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LLM ทำงานอย่างไร (ฉบับ 3 นาที)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หลักการ: ทำนายคำถัดไปที่ "น่าจะมา" จากบริบทก่อนหน้า ทีละคำ ๆ จนได้คำตอบ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เรียนรู้จากข้อความมหาศาล (หนังสือ บทความ เว็บ โค้ด) จนจับ pattern ของภาษาและความรู้ได้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ผลที่ตามมา 3 ข้อที่ต้องรู้: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ยิ่งให้บริบทชัด คำตอบยิ่งตรง — เพราะมันทำนายจากสิ่งที่เราป้อน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ตอบได้ลื่นไหลเสมอ แม้ตอนที่ "ไม่รู้" — จึงเกิด hallucination ได้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ความรู้มีวันตัดจบ (knowledge cutoff) — เรื่องใหม่ล่าสุดอาจไม่รู้ ต้องแนบข้อมูลให้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Generative AI ทำอะไรได้ดี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C7B"/>
                </a:solidFill>
                <a:latin typeface="Leelawadee UI"/>
              </a:rPr>
              <a:t>กฎง่าย ๆ: งานไหน "อธิบายเป็นคำพูดได้" AI มักช่วยได้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สรุปและย่อยข้อมูล — รายงานยาว 50 หน้า → สรุป 1 หน้าใน 1 นาที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ร่างงานเขียนทุกชนิด — อีเมล รายงาน proposal ประกาศ คำโฆษณา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แปลงรูปแบบข้อมูล — ข้อความ → ตาราง, ตาราง → กราฟ, ไทย ↔ อังกฤษ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วิเคราะห์และหา insight จากข้อมูล (Excel, CSV, PDF)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ระดมสมอง — ขอไอเดีย 20 แบบใน 30 วินาที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เขียนโค้ดและสร้าง automation — แม้เราเขียนโค้ดไม่เป็น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ตอบคำถามจากเอกสารที่เราแนบให้ (คู่มือ นโยบาย สัญญา)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ข้อจำกัดที่ต้องรู้ก่อนใช้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Hallucination — แต่งข้อมูลที่ฟังดูน่าเชื่อแต่ผิด (เดี๋ยวดูตัวอย่างกัน)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ความรู้ไม่อัปเดต — เหตุการณ์/ราคา/นโยบายล่าสุดอาจไม่รู้ ต้องแนบข้อมูลให้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คณิตศาสตร์ซับซ้อนอาจพลาด — ให้มันเขียนโค้ดคำนวณแทนการคิดในใจ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ไม่รู้บริบทองค์กรเรา — ไม่รู้ว่าลูกค้าเราคือใคร นโยบายเราคืออะไร จนกว่าจะบอก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ผลลัพธ์ไม่เหมือนกันทุกครั้ง — ถามคำถามเดิมอาจได้คำตอบต่างกัน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ข้อสรุปสำคัญ: AI คือ "ร่างแรกที่เร็วมาก" ไม่ใช่ "คำตอบสุดท้าย" — คนยังต้องตรวจและตัดสินใจ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Hallucination: เมื่อ AI มั่นใจในเรื่องที่ผิด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Hallucination = AI สร้างข้อมูลที่ดูสมจริงแต่ไม่เป็นความจริง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ตัวอย่างที่เจอบ่อยในงานจริง: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อ้างอิงงานวิจัย/กฎหมาย/URL ที่ไม่มีอยู่จริง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ใส่ตัวเลขสถิติที่ฟังดูน่าเชื่อแต่แต่งขึ้น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สรุปเกินจากที่เอกสารต้นทางบอก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ทำไมถึงเกิด: โมเดล "ทำนายคำที่น่าจะมา" — มันถูกฝึกให้ตอบ ไม่ใช่ให้ยอมรับว่าไม่รู้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เดโมสด: ลองถามเรื่องที่ AI ไม่น่ารู้ แล้วดูคำตอบด้วยกัน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วิธีลดและตรวจจับ Hallucination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แนบข้อมูลจริงให้ AI ใช้ — แทนที่จะให้มันตอบจากความจำ (วิธีที่ได้ผลที่สุด)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สั่งให้บอกเมื่อไม่แน่ใจ — "ถ้าไม่มีข้อมูลในเอกสาร ให้ตอบว่าไม่พบ อย่าเดา"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ขอแหล่งอ้างอิง — "ระบุว่าคำตอบแต่ละข้อมาจากหน้าไหนของเอกสาร"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ตรวจสอบไขว้ — ตัวเลขสำคัญ ชื่อคน วันที่ กฎระเบียบ ต้องเช็คกับต้นทางเสมอ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หลักปฏิบัติ: ยิ่งผลลัพธ์จะถูกส่งต่อ "ออกนอกทีม/นอกองค์กร" ยิ่งต้องตรวจเข้มขึ้น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ความปลอดภัยข้อมูล: อะไรใส่ AI ได้ อะไรห้าม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✅ ใส่ได้ (โดยทั่วไป):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ข้อมูลที่เปิดเผยสาธารณะอยู่แล้ว, เอกสารภายในทั่วไปที่ไม่ลับ, ข้อมูลที่ปกปิดตัวตนแล้ว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⚠️ ต้องระวัง / ทำให้นิรนามก่อน: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ข้อมูลส่วนบุคคลของลูกค้า/พนักงาน (ชื่อ เลขบัตร เงินเดือน ประวัติสุขภาพ)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❌ ห้ามใส่: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ความลับทางการค้า สูตร สัญญาลับ ข้อมูลการเงินที่ยังไม่เปิดเผย รหัสผ่าน/API key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บัญชีองค์กร (Team/Enterprise) ปลอดภัยกว่าบัญชีฟรีส่วนตัว — ข้อมูลไม่ถูกนำไปเทรนโมเดล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นโยบายการใช้ AI ขององค์กรเรา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C7B"/>
                </a:solidFill>
                <a:latin typeface="Leelawadee UI"/>
              </a:rPr>
              <a:t>กติกาเดียวกันทั้งองค์กร — ใช้ AI อย่างมั่นใจ ไม่ต้องแอบใช้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(ปรับเนื้อหาสไลด์นี้ตามนโยบายจริงขององค์กร)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บัญชีที่ให้ใช้: Claude Team/Enterprise ที่องค์กรจัดให้เท่านั้น — ไม่ใช้บัญชีส่วนตัวกับงาน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ข้อมูลระดับความลับใดใช้กับ AI ได้บ้าง: (ระบุตาม data classification ขององค์กร)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งานที่ต้องมีคนตรวจก่อนใช้เสมอ: เอกสารถึงลูกค้า, ตัวเลขการเงิน, เรื่องกฎหมาย/HR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พบปัญหา/ข้อสงสัย ติดต่อ: (ทีม IT / Data Governance)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ตระกูลเครื่องมือ Claude: ใช้อะไร เมื่อไหร่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Claude (เว็บ/แอป) — "คู่คิด" คุยถาม-ตอบ แนบไฟล์ วิเคราะห์ สร้างเอกสาร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เหมาะกับ: งานคิด เขียน สรุป วิเคราะห์ ที่จบในหน้าจอแชต  → ใช้เป็นหลักวันนี้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Claude Cowork — "ผู้ช่วย" ที่ลงมือทำงานบนเครื่องเราได้จริง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เหมาะกับ: จัดการไฟล์ งานหลายขั้นตอน งานซ้ำ ๆ กับเอกสารจำนวนมาก  → เรียนพรุ่งนี้เช้า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Claude Code — "ช่าง" สร้างเครื่องมือ/automation ด้วยการเขียนและรันโค้ดให้เรา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เหมาะกับ: automation ถาวร, สคริปต์, dashboard, mini app  → เรียนพรุ่งนี้สาย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ทัวร์หน้าจอ Claude (เดโมสด)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พื้นที่แชต: พิมพ์คำสั่ง แนบไฟล์ (คลิปหนีบ) ได้ทั้ง PDF, Word, Excel, รูปภาพ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Projects: พื้นที่รวมแชต + ไฟล์ + คำสั่งประจำของงานหนึ่งเรื่อง — ตั้งครั้งเดียวใช้ทั้งทีม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Artifacts: ผลงานที่ AI สร้าง (เอกสาร ตาราง โค้ด หน้าเว็บ) แสดงแยกหน้าต่าง แก้ต่อได้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การเลือกโมเดล: งานทั่วไปใช้รุ่นเร็ว งานวิเคราะห์ลึกใช้รุ่นเก่งสุด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ลองตามไปพร้อมกัน (5 นาที): ล็อกอิน → ทักทาย → แนบไฟล์อะไรก็ได้ → ขอให้สรุป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7C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FE8E7"/>
                </a:solidFill>
                <a:latin typeface="Leelawadee UI"/>
              </a:rPr>
              <a:t>SESSION 2  |  10:45–12:00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Leelawadee UI"/>
              </a:rPr>
              <a:t>Prompt Engineering ที่ใช้ได้จริง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FE8E7"/>
                </a:solidFill>
                <a:latin typeface="Leelawadee UI"/>
              </a:rPr>
              <a:t>บรรยาย+เดโม 30 นาที / Workshop 45 นาที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Leelawadee UI"/>
              </a:rPr>
              <a:t>•  โครงสร้าง prompt ที่ดี: Role + Context + Task + Format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Leelawadee UI"/>
              </a:rPr>
              <a:t>•  4 เทคนิคยกระดับผลลัพธ์: ตัวอย่าง, แบ่งขั้น, ให้ AI ถามกลับ, iterate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Leelawadee UI"/>
              </a:rPr>
              <a:t>•  การแนบไฟล์และรูปภาพ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Leelawadee UI"/>
              </a:rPr>
              <a:t>•  🛠 Workshop 1: Prompt Battle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ทำไม Prompt ถึงสำคัญ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Prompt = คำสั่ง/คำถามที่เราป้อนให้ AI — คุณภาพคำสั่งกำหนดคุณภาพคำตอบโดยตรง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เปรียบเทียบ: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❌ "เขียนอีเมลหาลูกค้า"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ได้อีเมลกลาง ๆ ใช้ไม่ได้จริง เพราะ AI ไม่รู้ว่าลูกค้าคือใคร เรื่องอะไร น้ำเสียงแบบไหน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✅ "เขียนอีเมลแจ้งเลื่อนส่งมอบงาน 1 สัปดาห์ ถึงลูกค้าองค์กรที่ค่อนข้างเข้มงวด ขอโทษอย่างจริงใจ เสนอแผนชดเชย น้ำเสียงสุภาพมืออาชีพ ยาวไม่เกิน 150 คำ"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ได้ร่างที่เกือบใช้ได้ทันที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คิดแบบนี้: สั่งงาน AI = สั่งงานพนักงานใหม่วันแรก — ต้องให้บริบทครบ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โครงสร้าง Prompt 4 ส่วน (RCTF)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C7B"/>
                </a:solidFill>
                <a:latin typeface="Leelawadee UI"/>
              </a:rPr>
              <a:t>ไม่ต้องครบ 4 ส่วนทุกครั้ง — แต่ยิ่งงานสำคัญ ยิ่งควรครบ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1. Role (บทบาท) — "คุณเป็นนักวิเคราะห์การเงินอาวุโส..."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กำหนดมุมมอง ความลึก และภาษาที่ AI จะใช้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2. Context (บริบท) — "บริษัทเรากำลังจะเสนองบโครงการต่อบอร์ด ผู้ฟังไม่ใช่สายเทคนิค..."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ข้อมูลแวดล้อมที่ AI ต้องรู้: ใคร อะไร ทำไม เงื่อนไข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3. Task (งาน) — "สรุปความเสี่ยง 3 อันดับแรกพร้อมแนวทางรับมือ"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ระบุงานให้ชัด วัดผลได้ มีขอบเขต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4. Format (รูปแบบ) — "เป็นตาราง 3 คอลัมน์: ความเสี่ยง / ผลกระทบ / แนวทางรับมือ ภาษาไทย"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กำหนดหน้าตาผลลัพธ์: ความยาว ภาษา โครงสร้าง น้ำเสียง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ตัวอย่าง: ก่อน / หลัง ปรับ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งานจริง: สรุปรายงานประชุมส่งหัวหน้า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ก่อน: "สรุปให้หน่อย" (แนบไฟล์)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ได้สรุปยาว 1 หน้า ปนทุกเรื่อง ไม่รู้ใครต้องทำอะไร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หลัง: "คุณเป็นเลขาที่ประชุม สรุปรายงานประชุมที่แนบมาสำหรับส่งผู้บริหารที่ไม่ได้เข้าประชุม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แบ่งเป็น 3 หัวข้อ: ① มติที่ประชุม ② งานที่มอบหมาย (ใคร-ทำอะไร-ภายในเมื่อไหร่ เป็นตาราง)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③ เรื่องค้างที่ต้องตัดสินใจครั้งหน้า — ยาวไม่เกินครึ่งหน้า A4 ภาษาทางการ"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ได้สรุปพร้อมใช้ ส่งต่อได้แทบไม่ต้องแก้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เทคนิคที่ 1: ให้ตัวอย่าง (Few-shot)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หลักการ: แสดง "ตัวอย่างผลลัพธ์ที่ต้องการ" 1–3 ชิ้น แล้ว AI จะเลียนแบบ pattern ให้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ใช้เมื่อไหร่: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งานมีฟอร์แมตเฉพาะขององค์กร เช่น รูปแบบรายงาน, โครงสร้างอีเมล, สไตล์การตั้งชื่อ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อธิบายเป็นคำพูดยาก แต่มีตัวอย่างของเก่าอยู่แล้ว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ตัวอย่าง prompt: "ช่วยเขียนประกาศภายในตามสไตล์ตัวอย่างนี้ [วางประกาศเก่า 1 ฉบับ]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เรื่องที่ต้องประกาศ: ระบบลาออนไลน์ใหม่เริ่มใช้ 1 ก.ค."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เคล็ดลับ: ตัวอย่างดี 1 ชิ้น &gt; คำอธิบายยาว 10 บรรทัด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เทคนิคที่ 2: แบ่งงานใหญ่เป็นขั้นตอน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งานซับซ้อนอย่ายัดใน prompt เดียว — แบ่งเป็นขั้น แล้วตรวจทีละขั้น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ตัวอย่าง: ทำ proposal โครงการ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ขั้น 1: "ช่วยตั้งคำถามที่ proposal ที่ดีต้องตอบให้ได้ สำหรับโครงการ X"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ขั้น 2: "จากคำถามเหล่านี้ ร่าง outline ของ proposal"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ขั้น 3: "เขียนเนื้อหาทีละหัวข้อ เริ่มจากหัวข้อ 1" (ตรวจ-ปรับ แล้วค่อยไปหัวข้อถัดไป)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ข้อดี: ควบคุมทิศทางได้ตลอด, ผิดตรงไหนแก้ตรงนั้น ไม่ต้องรื้อทั้งหมด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หรือสั่งให้ AI "คิดเป็นขั้นตอนก่อนตอบ" — ช่วยให้งานวิเคราะห์/คำนวณแม่นขึ้น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เทคนิคที่ 3: ให้ AI ถามเรากลับก่อนเริ่มทำ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ปัญหาที่พบบ่อย: เราเองก็ไม่รู้ว่าต้องให้บริบทอะไรบ้าง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ทางแก้: โยนให้ AI เป็นฝ่ายถาม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ตัวอย่าง prompt: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"ฉันต้องทำสไลด์เสนอผู้บริหารเรื่องการนำ AI มาใช้ในแผนก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ก่อนเริ่มทำ ถามคำถามที่จำเป็นเพื่อให้ได้สไลด์ที่ตรงเป้าที่สุด — ถามทีละข้อ"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AI จะถามเรื่องผู้ฟัง เวลานำเสนอ เป้าหมาย ข้อมูลที่มี ฯลฯ → ตอบแล้วได้งานตรงใจกว่ามาก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เหมาะกับ: งานที่โจทย์ยังคลุมเครือ, งานชิ้นใหญ่, งานที่ทำครั้งแรก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เทคนิคที่ 4: Iterate — ร่างแรกไม่ใช่ร่างสุดท้าย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อย่าเพิ่งยอมแพ้หรือพอใจกับคำตอบแรก — คุยต่อเพื่อปรับ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คำสั่งปรับผลลัพธ์ที่ใช้บ่อย: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"สั้นลงครึ่งหนึ่ง เก็บเฉพาะประเด็นที่ผู้บริหารต้องตัดสินใจ"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"เปลี่ยนน้ำเสียงให้เป็นกันเองขึ้น เหมือนคุยกับเพื่อนร่วมงาน"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"ข้อ 2 ยังไม่ตรง — จริง ๆ แล้วปัญหาคือ... ช่วยแก้เฉพาะข้อนี้"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"ลองเสนอมา 3 เวอร์ชันที่ต่างกัน แล้วบอกข้อดีข้อเสียของแต่ละแบบ"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กฎ 3 รอบ: ถ้าปรับ 3 รอบแล้วยังไม่ได้ — ปัญหามักอยู่ที่ prompt เริ่มต้น เริ่มใหม่พร้อมบริบทที่ดีกว่า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แนบไฟล์และรูปภาพให้ AI อ่าน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ไฟล์ที่แนบได้: PDF, Word, Excel/CSV, PowerPoint, รูปภาพ, ไฟล์ข้อความ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Use case ที่ใช้บ่อย: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แนบ PDF รายงาน/สัญญา → ขอสรุป ถามเจาะประเด็น เทียบเงื่อนไข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แนบ Excel → วิเคราะห์ สร้างกราฟ หาความผิดปกติ (ลงลึกบ่ายนี้)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ถ่ายรูปเอกสาร/ไวท์บอร์ด → ให้แกะข้อความ จัดเป็นโน้ตหรือตาราง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แนบสไลด์เก่า → ขอปรับปรุงหรือทำเวอร์ชันใหม่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เคล็ดลับ: บอกด้วยว่าให้ "ใช้เฉพาะข้อมูลจากไฟล์ที่แนบ" เมื่อต้องการความแม่นยำสูง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ข้อผิดพลาดยอดฮิต 5 อันดับ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C7B"/>
                </a:solidFill>
                <a:latin typeface="Leelawadee UI"/>
              </a:rPr>
              <a:t>จำง่าย ๆ: ให้บริบทเหมือนสั่งงานพนักงานใหม่ + ตรวจงานเหมือนเป็นหัวหน้า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1. สั่งกว้างเกินไป — "ช่วยทำรายงานหน่อย" (AI ไม่รู้จะเริ่มตรงไหน)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2. ไม่บอกผู้ฟัง/จุดประสงค์ — รายงานถึงบอร์ด กับโน้ตถึงเพื่อนร่วมทีม คนละโลกกัน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3. ยัดทุกอย่างใน prompt เดียว — งานใหญ่ต้องแบ่งขั้น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4. เชื่อคำตอบทันทีโดยไม่ตรวจ — โดยเฉพาะตัวเลข ชื่อ และข้ออ้างอิง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5. ล้มเลิกหลังคำตอบแรกไม่ดี — ทั้งที่ปรับอีก 1–2 รอบก็ได้ของดีแล้ว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🛠 Workshop 1: Prompt Battle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เวลา 45 นาที | ทำเดี่ยว แล้วโหวตกันในทีม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โจทย์หลัก — เขียน prompt สำหรับ 3 งานนี้ (ใช้ไฟล์ตัวอย่างใน shared folder):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① สรุปอีเมลลูกค้าที่ตอบกันยาว 15 ฉบับ → ประเด็นค้าง + สิ่งที่ต้องทำต่อ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② ร่างอีเมลตอบลูกค้าที่ร้องเรียนเรื่องบริการล่าช้า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③ แปลงข้อความบรรยายข้อมูลยอดขาย → ตารางที่พร้อมวางใน Excel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โจทย์ท้าทาย (สำหรับคนเสร็จเร็ว/สาย advanced):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สร้าง prompt template ที่เพื่อนในทีมเอาไปแก้ใช้กับงานตัวเองได้ (มีช่อง [เติมตรงนี้])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Workshop 1: เกณฑ์โหวตและการแชร์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ในทีม: ลองรัน prompt ของกันและกัน แล้วโหวต prompt ที่ดีที่สุด 1 อัน จาก: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ผลลัพธ์ใช้ได้จริงแค่ไหน (แก้น้อยสุดก่อนส่งจริง)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นำไปดัดแปลงกับงานอื่นได้ง่ายแค่ไหน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ทีมที่ถูกเลือกออกมาแชร์หน้าห้อง: prompt + ผลลัพธ์ + เหตุผลที่ทีมโหวตให้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🏅 คะแนนสะสมทีม: ทุกทีมที่ส่งครบได้ 10 คะแนน / prompt เด่นที่วิทยากรเลือกได้เพิ่ม 5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เก็บ prompt ทั้งหมดเข้า shared folder → กลายเป็น "คลัง prompt ขององค์กร" ใช้ต่อหลังจบ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7C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FE8E7"/>
                </a:solidFill>
                <a:latin typeface="Leelawadee UI"/>
              </a:rPr>
              <a:t>SESSION 3  |  13:00–14:45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Leelawadee UI"/>
              </a:rPr>
              <a:t>AI วิเคราะห์ข้อมูล (Data Analysis)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FE8E7"/>
                </a:solidFill>
                <a:latin typeface="Leelawadee UI"/>
              </a:rPr>
              <a:t>บรรยาย+เดโม 45 นาที / Workshop 60 นาที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Leelawadee UI"/>
              </a:rPr>
              <a:t>•  อัปโหลด Excel/CSV ให้ AI วิเคราะห์ หา insight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Leelawadee UI"/>
              </a:rPr>
              <a:t>•  สร้างกราฟพร้อมคำอธิบาย ถาม-ตอบข้อมูลด้วยภาษาธรรมชาติ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Leelawadee UI"/>
              </a:rPr>
              <a:t>•  ข้อควรระวังเรื่องความถูกต้องและข้อมูล sensitive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Leelawadee UI"/>
              </a:rPr>
              <a:t>•  🛠 Workshop 2: Data Detective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AI เปลี่ยนวิธีทำงานกับข้อมูลอย่างไร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C7B"/>
                </a:solidFill>
                <a:latin typeface="Leelawadee UI"/>
              </a:rPr>
              <a:t>ทักษะใหม่ที่สำคัญกว่าสูตร Excel: "ตั้งคำถามกับข้อมูลให้เป็น"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แบบเดิม: เปิด Excel → จำสูตร/pivot → ลองผิดลองถูก → ทำกราฟเอง → เขียนสรุปเอง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แบบใหม่: แนบไฟล์ → "ถาม" สิ่งที่อยากรู้เป็นภาษาคน → ได้ตัวเลข กราฟ และคำอธิบาย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สิ่งที่ AI ทำให้ได้: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สถิติพื้นฐาน: ยอดรวม ค่าเฉลี่ย อันดับ การเติบโต % เปรียบเทียบช่วงเวลา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หา pattern: แนวโน้ม ฤดูกาล ความสัมพันธ์ระหว่างตัวแปร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หาความผิดปกติ: ค่าโดด ข้อมูลหาย ตัวเลขที่ไม่สมเหตุสมผล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แปลงผลเป็นภาษาธุรกิจ: "ยอดตกเพราะอะไร ควรทำอะไรต่อ"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เตรียมไฟล์ข้อมูลให้ AI อ่านง่าย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ลักษณะไฟล์ที่ดี: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แถวแรกเป็นชื่อคอลัมน์ที่สื่อความหมาย ("ยอดขาย_บาท" ดีกว่า "col3")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ข้อมูล 1 แถว = 1 รายการ, ไม่มี merge cell, ไม่มีตารางซ้อนตาราง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ถ้ามีหลาย sheet บอก AI ว่าให้ดู sheet ไหน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ถ้าไฟล์รก: ให้ AI ช่วยทำความสะอาดก่อนได้เลย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"ไฟล์นี้มีหัวตาราง 3 แถวและ merge cell ช่วยแปลงเป็นตารางแบน ๆ ที่วิเคราะห์ได้"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อย่าลืม: ตัด/ปกปิดข้อมูลส่วนบุคคล (ชื่อลูกค้า เบอร์โทร) ก่อนอัปโหลด ถ้าไม่จำเป็นต่อการวิเคราะห์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ศิลปะการถามข้อมูล: จากคำถามกว้างสู่คำถามคม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เริ่มกว้าง — ให้ AI พาเราดูภาพรวมก่อน: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"อธิบายว่าข้อมูลชุดนี้มีอะไรบ้าง และมีอะไรน่าสนใจ 5 อย่าง"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แล้วเจาะลึกตามสิ่งที่เจอ: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"ยอดขายภาคเหนือไตรมาส 3 ตกจากอะไร — แยกตามสินค้าและเดือนให้ดู"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"ลูกค้ากลุ่มไหนมีแนวโน้มหายไป เทียบครึ่งปีแรกกับครึ่งปีหลัง"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ปิดท้ายด้วยมุมธุรกิจ: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"จากทั้งหมดนี้ ถ้าฉันเป็นผู้จัดการฝ่ายขาย ควรโฟกัส 3 เรื่องอะไร เพราะอะไร"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ให้ AI สร้างกราฟและอธิบายผล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ขอกราฟได้ตรง ๆ: "ทำกราฟแท่งเปรียบเทียบยอดขายรายภาค แยกสีตามไตรมาส"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ให้ AI เลือกให้ก็ได้: "ข้อมูลนี้ควรนำเสนอด้วยกราฟแบบไหน ทำให้ดู 2 แบบ"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ที่สำคัญกว่ากราฟคือคำอธิบาย: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"เขียนคำบรรยายใต้กราฟ 2 ประโยค ที่บอกประเด็นสำคัญที่สุดสำหรับผู้บริหาร"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กราฟที่ได้นำไปใช้ต่อ: ดาวน์โหลดเป็นรูป / ให้สร้างเป็นหน้า dashboard แบบ interactive (artifact)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เดโมสด: อัปโหลดไฟล์ยอดขายตัวอย่าง → ขอ 3 กราฟ + executive summary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ข้อควรระวังเมื่อใช้ AI วิเคราะห์ข้อมูล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ตรวจตัวเลขสำคัญเสมอ — สุ่มเช็คยอดรวม/ค่าเฉลี่ยกับ Excel ก่อนใส่ในรายงานจริง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ขอให้ AI "แสดงวิธีคิด" — "บอกด้วยว่าคำนวณจากคอลัมน์ไหน กรองเงื่อนไขอะไร"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ระวังข้อสรุปเกินข้อมูล — ข้อมูล 3 เดือนสรุปเป็น "แนวโน้มทั้งปี" ไม่ได้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correlation ≠ causation — ขายดีพร้อมหน้าฝน ไม่ได้แปลว่าฝนทำให้ขายดี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ข้อมูล sensitive: ใช้ข้อมูลจริงเฉพาะบนบัญชีองค์กร และตัดข้อมูลส่วนบุคคลที่ไม่จำเป็น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🛠 Workshop 2: Data Detective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เวลา 60 นาที | ทำเป็นทีม | ใช้ dataset จำลองใน shared folder (เลือก 1 ชุด)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ชุด A: ยอดขายรายเดือน 2 ปี (สินค้า/ภาค/ช่องทาง)  ชุด B: ข้อมูลพนักงาน-การลาออก  ชุด C: ticket ร้องเรียนลูกค้า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โจทย์หลัก: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① สำรวจภาพรวมข้อมูล แล้วเลือก insight ที่สำคัญที่สุด 3 ข้อ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② แต่ละ insight ต้องมีกราฟประกอบ 1 รูป + คำอธิบาย 2 ประโยค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③ ตรวจสอบตัวเลขอย่างน้อย 1 จุดว่า AI คำนวณถูก (โชว์วิธีตรวจ)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โจทย์ท้าทาย: executive summary 1 หน้า + ข้อเสนอแนะเชิงธุรกิจ 3 ข้อ พร้อมเหตุผลจากข้อมูล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Workshop 2: ผลงานที่ต้องส่ง + เฉลยร่วมกัน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ส่งใน shared folder ภายใน 50 นาที: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เอกสาร 1 ชิ้น: insight 3 ข้อ + กราฟ + คำอธิบาย (+ summary ถ้าทำโจทย์ท้าทาย)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10 นาทีสุดท้าย — เฉลยร่วมกัน: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สุ่ม 2–3 ทีมเล่า insight ที่เจอ: ทีมอื่นเจอเหมือนหรือต่าง?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วิทยากรชี้ insight ที่ "ซ่อนอยู่" ใน dataset ที่ทีมส่วนใหญ่มักพลาด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ถอดบทเรียน: คำถามแบบไหนที่พาไปเจอ insight เร็วที่สุด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🏅 ทีมส่งครบ 10 คะแนน / insight เด่น +5 / ตรวจเลขได้น่าสนใจ +5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7C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FE8E7"/>
                </a:solidFill>
                <a:latin typeface="Leelawadee UI"/>
              </a:rPr>
              <a:t>SESSION 4  |  15:00–16:30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Leelawadee UI"/>
              </a:rPr>
              <a:t>AI สร้างเอกสารและสไลด์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FE8E7"/>
                </a:solidFill>
                <a:latin typeface="Leelawadee UI"/>
              </a:rPr>
              <a:t>บรรยาย+เดโม 45 นาที / Workshop 45 นาที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Leelawadee UI"/>
              </a:rPr>
              <a:t>•  ร่างรายงาน proposal และรายงานการประชุมจากโน้ตสั้น ๆ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Leelawadee UI"/>
              </a:rPr>
              <a:t>•  ปรับน้ำเสียงตามผู้ฟัง: ผู้บริหาร / ทีมงาน / ลูกค้า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Leelawadee UI"/>
              </a:rPr>
              <a:t>•  สร้างสไลด์นำเสนอจาก outline ถึงสไลด์เต็มรูปแบบ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Leelawadee UI"/>
              </a:rPr>
              <a:t>•  🛠 Workshop 3: จากโน้ตสู่สไลด์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งานเอกสารที่ AI ช่วยได้ (เกือบทั้งหมดในชีวิตทำงาน)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อีเมล — ร่างใหม่ ตอบกลับ ปรับน้ำเสียง สรุป thread ยาว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รายงาน — รายงานประจำเดือน สรุปโครงการ รายงานวิเคราะห์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Proposal / ขออนุมัติ — โครงร่าง เหตุผลประกอบ ประมาณการ ความเสี่ยง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รายงานการประชุม — จากโน้ตสั้น ๆ หรือ transcript การประชุม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ประกาศ / สื่อสารภายใน — ปรับเรื่องยากให้อ่านง่าย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เอกสารขั้นตอนการทำงาน (SOP) — เล่าปากเปล่าให้ AI เรียบเรียงเป็นคู่มือ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หลักเดียวกันทุกงาน: ให้วัตถุดิบ (ข้อมูลจริง) + บอกผู้อ่าน + บอกรูปแบบ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เดโม: จากโน้ตประชุม 10 บรรทัด → รายงานการประชุมเต็มรูป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วัตถุดิบ: โน้ตสั้น ๆ ที่จดระหว่างประชุม (หรือ transcript จากการอัดเสียง)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Prompt ที่ใช้: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"นี่คือโน้ตจากการประชุมทีม [วางโน้ต] ช่วยเรียบเรียงเป็นรายงานการประชุมทางการ: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ผู้เข้าประชุม / วาระ / มติ / action items (ตาราง: งาน-ผู้รับผิดชอบ-กำหนดส่ง) /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เรื่องพิจารณาครั้งถัดไป — ถ้าข้อมูลส่วนไหนไม่มีในโน้ต ให้เว้นไว้พร้อมหมายเหตุ อย่าแต่งเอง"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จุดสังเกต: คำสั่ง "อย่าแต่งเอง ถ้าไม่มีให้เว้นไว้" — สำคัญมากกับเอกสารทางการ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ปรับน้ำเสียงตามผู้ฟัง: เนื้อหาเดียว 3 เวอร์ชัน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เรื่องเดียวกัน: "ระบบจะปิดปรับปรุงวันเสาร์ 8 ชั่วโมง"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ถึงผู้บริหาร: สั้น เน้นผลกระทบและการจัดการความเสี่ยง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"เรียนแจ้งแผนปิดปรับปรุงระบบ... ผลกระทบ: ... แผนรองรับ: ..."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ถึงทีมงาน: ละเอียด เน้นว่าใครต้องทำอะไรก่อน-หลัง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"ทุกคนเซฟงานก่อน 17:00 ศุกร์นี้ ระหว่างปิดระบบให้ใช้... แทน"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ถึงลูกค้า: สุภาพ ขอโทษในความไม่สะดวก เน้นประโยชน์ที่จะได้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"เพื่อยกระดับบริการให้ดียิ่งขึ้น..."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Prompt: "เขียนประกาศเรื่องนี้ 3 เวอร์ชันสำหรับผู้ฟัง 3 กลุ่ม: ผู้บริหาร / พนักงาน / ลูกค้า"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สร้างสไลด์ด้วย AI: ขั้นตอนที่ได้ผล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ขั้น 1 — โครงก่อนเนื้อหา: "ฉันต้องนำเสนอ [เรื่อง] ต่อ [ผู้ฟัง] เวลา [X นาที]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เป้าหมายคือ [สิ่งที่อยากให้เกิด] ช่วยวาง outline สไลด์ พร้อมประเด็นหลักของแต่ละหน้า"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ขั้น 2 — ตรวจ/สลับ/ตัด outline ให้ตรงใจก่อน (แก้ตรงนี้ถูกกว่าแก้ตอนสไลด์เสร็จ)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ขั้น 3 — เติมเนื้อหา: "เขียนเนื้อหาแต่ละสไลด์: หัวข้อ + bullet ไม่เกิน 5 ข้อ + สคริปต์พูด 30 วินาทีต่อหน้า"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ขั้น 4 — สร้างไฟล์จริง: ให้ AI ทำเป็นหน้าสไลด์ (artifact/HTML) หรือนำเนื้อหาไปวางใน PowerPoint/Canva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กฎทอง: 1 สไลด์ = 1 ประเด็น | bullet ไม่เกิน 5–6 ข้อ | ตัวเลขสำคัญทำให้ใหญ่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เดโมสด: สร้างชุดสไลด์ใน 10 นาที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โจทย์เดโม: นำเสนอผลไตรมาสต่อผู้บริหาร 10 นาที จากรายงาน 2 หน้า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ลำดับที่จะเห็น: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① แนบรายงาน → ขอ outline สไลด์ 5 หน้าสำหรับผู้บริหาร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② ปรับ outline: "สไลด์ 2 กับ 3 รวมกัน เพิ่มสไลด์ข้อเสนอของบประมาณ"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③ ให้เขียนเนื้อหาทุกสไลด์ + สคริปต์พูด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④ สร้างเป็นสไลด์จริงให้ดูหน้าตา + ดาวน์โหลด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สังเกต: ใช้เวลาส่วนใหญ่ไปกับการ "ตัดสินใจ" ไม่ใช่การ "พิมพ์" — นั่นคืองานที่เหลือของมนุษย์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🛠 Workshop 3: จากโน้ตสู่สไลด์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เวลา 45 นาที | ทำเดี่ยวหรือจับคู่ | ไฟล์: รายงานการประชุมโครงการ 2 หน้า (ใน shared folder)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โจทย์หลัก: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แปลงรายงานการประชุม → สไลด์นำเสนอผู้บริหาร 5 แผ่น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ต้องมี: หน้าสรุปสถานะ, ประเด็นเสี่ยง, สิ่งที่ขอให้ผู้บริหารตัดสินใจ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ใช้ขั้นตอน outline ก่อน → ปรับ → เติมเนื้อหา (ห้ามสั่งครั้งเดียวจบ!)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โจทย์ท้าทาย: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ทำเวอร์ชันที่ 2 สำหรับเล่าให้ทีมงานฟัง — เทียบกันว่าต่างจากเวอร์ชันผู้บริหารอย่างไร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หรือ: ให้ AI เขียนสคริปต์พูดประกอบทุกสไลด์ จับเวลาให้พอดี 5 นาที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สรุป Day 1: วันนี้คุณได้อะไรกลับไปแล้วบ้าง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เข้าใจว่า AI คือ "ผู้ช่วยร่างแรกที่เร็วมาก" — ใช้ได้ดีเมื่อให้บริบทครบและตรวจงานเสมอ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โครงสร้าง prompt RCTF: Role + Context + Task + Format และ 4 เทคนิคยกระดับ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วิเคราะห์ข้อมูลด้วยการ "ถาม": กว้าง → เจาะ → มุมธุรกิจ พร้อมวิธีตรวจความถูกต้อง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สร้างเอกสารและสไลด์แบบเป็นขั้นตอน: outline → ปรับ → เติม → ไฟล์จริง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คลัง prompt ของทีมใน shared folder — ใช้งานต่อได้ทันทีพรุ่งนี้เช้า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พรุ่งนี้: จาก "AI ที่ตอบ" สู่ "AI ที่ลงมือทำ" — Claude Cowork และ Claude Code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/>
            <a:r>
              <a:rPr sz="2800" b="1">
                <a:solidFill>
                  <a:srgbClr val="FFFFFF"/>
                </a:solidFill>
                <a:latin typeface="Leelawadee UI"/>
              </a:rPr>
              <a:t>การบ้าน (เบา ๆ แต่สำคัญมาก)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7C7B"/>
                </a:solidFill>
                <a:latin typeface="Leelawadee UI"/>
              </a:rPr>
              <a:t>เจอกันพรุ่งนี้ 09:00 — มี quiz ชิงคะแนนทีมตอนเช้า!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คุยกันในทีมก่อนแยกย้าย หรือนัดคุยออนไลน์คืนนี้ 15 นาที: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① ลิสต์ pain point ในงานจริงของสมาชิกทีม 2–3 ข้อ</a:t>
            </a:r>
          </a:p>
          <a:p>
            <a:pPr algn="l" lvl="1"/>
            <a:r>
              <a:rPr sz="1600" b="0">
                <a:solidFill>
                  <a:srgbClr val="555F6E"/>
                </a:solidFill>
                <a:latin typeface="Leelawadee UI"/>
              </a:rPr>
              <a:t>–  งานซ้ำ ๆ ที่กินเวลา / งานเอกสารที่น่าเบื่อ / ข้อมูลที่อยากรู้แต่ไม่มีเวลาวิเคราะห์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② สำหรับแต่ละข้อ จดว่า: ใครเจอปัญหานี้ ทำบ่อยแค่ไหน เสียเวลาเท่าไหร่ต่อสัปดาห์</a:t>
            </a:r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③ พรุ่งนี้บ่าย ทีมจะเลือก 1 ข้อมาทำเป็น project แข่งขัน</a:t>
            </a:r>
          </a:p>
          <a:p>
            <a:pPr algn="l"/>
          </a:p>
          <a:p>
            <a:pPr algn="l"/>
            <a:r>
              <a:rPr sz="1900" b="0">
                <a:solidFill>
                  <a:srgbClr val="1B2A4A"/>
                </a:solidFill>
                <a:latin typeface="Leelawadee UI"/>
              </a:rPr>
              <a:t>•  ทีมที่มีโจทย์ชัดตั้งแต่เช้า จะมีเวลาทำ project มากกว่าทีมที่เพิ่งมาคิดตอนบ่าย 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